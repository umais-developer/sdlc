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43E8B8"/>
                </a:solidFill>
                <a:latin typeface="Segoe UI"/>
              </a:rPr>
              <a:t>An SDLC Pipeline for AI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6EDF3"/>
                </a:solidFill>
                <a:latin typeface="Segoe UI"/>
              </a:rPr>
              <a:t>From a one-line prompt to a deployable build, with traceability the whole way.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6B2"/>
                </a:solidFill>
                <a:latin typeface="Segoe UI"/>
              </a:rPr>
              <a:t>Internal walkthrough — SDLC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Why a structured pipeline (and why we built two of them)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The 9-stage pipeline at a glance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Stage-by-stage walkthrough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Case study: building a Snake game with replays end-to-end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The 3-stage 'lite' pipeline — when full ceremony is overkill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Side-by-side comparison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Retrospective: what went well, what didn't, what we learned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How to teach this to the next person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6B2"/>
                </a:solidFill>
                <a:latin typeface="Segoe UI"/>
              </a:rPr>
              <a:t>Estimated walkthrough time: 25-30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Why a structured pipeline?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AI agents are fast at writing code, slow at deciding what to write.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Without structure, prompts drift: same input -&gt; different output, no traceability.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We wanted: explicit upstream IDs, gated handoffs, and verifiable evidence at every stage.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Goal: make 'agent did the work' indistinguishable in audit from 'a deliberate team did the work'.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Stretch: same skill files run under Claude Code, GitHub Copilot, or any agent that can read Markdown.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The 9-stage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3E8B8"/>
                </a:solidFill>
                <a:latin typeface="Segoe UI"/>
              </a:rPr>
              <a:t>Stages 1-5: define the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E6EDF3"/>
                </a:solidFill>
                <a:latin typeface="Segoe UI"/>
              </a:rPr>
              <a:t>•  1. PRD — problem.json, goals.json (FR/NFR/CON IDs)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E6EDF3"/>
                </a:solidFill>
                <a:latin typeface="Segoe UI"/>
              </a:rPr>
              <a:t>•  2. Architecture — components, tech stack, layer rules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E6EDF3"/>
                </a:solidFill>
                <a:latin typeface="Segoe UI"/>
              </a:rPr>
              <a:t>•  3. UX — flows, states, error paths, accessibility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E6EDF3"/>
                </a:solidFill>
                <a:latin typeface="Segoe UI"/>
              </a:rPr>
              <a:t>•  4. Epics &amp; Stories — story IDs + traceability matrix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E6EDF3"/>
                </a:solidFill>
                <a:latin typeface="Segoe UI"/>
              </a:rPr>
              <a:t>•  5. Plan — task IDs, file paths, tests per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5D8F"/>
                </a:solidFill>
                <a:latin typeface="Segoe UI"/>
              </a:rPr>
              <a:t>Stages 6-9: build and verify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E6EDF3"/>
                </a:solidFill>
                <a:latin typeface="Segoe UI"/>
              </a:rPr>
              <a:t>•  6. Implementation — code under src/, build + test logs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E6EDF3"/>
                </a:solidFill>
                <a:latin typeface="Segoe UI"/>
              </a:rPr>
              <a:t>•  7. Code Review — verdict APPROVE / CHANGES_REQUIRED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E6EDF3"/>
                </a:solidFill>
                <a:latin typeface="Segoe UI"/>
              </a:rPr>
              <a:t>•  8. UAT — test plan + executed results + bugs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E6EDF3"/>
                </a:solidFill>
                <a:latin typeface="Segoe UI"/>
              </a:rPr>
              <a:t>•  9. Deploy — GitHub Pages config (opt-in, manual)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E6EDF3"/>
                </a:solidFill>
                <a:latin typeface="Segoe UI"/>
              </a:rPr>
              <a:t>•  Each stage halts on its verifier failure.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6B2"/>
                </a:solidFill>
                <a:latin typeface="Segoe UI"/>
              </a:rPr>
              <a:t>Every output cites upstream IDs. Verifiers enforce that, structurally.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Anatomy of a stage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SKILL.md — instructions for the agent (deterministic + LLM steps).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prompts/*.md — the actual prompts the agent runs, with prompt_version.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verify/*.py — deterministic gate. Exit 0 = pass.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Final artifact = JSON (machine) + Markdown (human).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meta block on every JSON: prompt versions + source-hash chain.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Result: drift between an artifact and its inputs is detectable mechanically.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6B2"/>
                </a:solidFill>
                <a:latin typeface="Segoe UI"/>
              </a:rPr>
              <a:t>Skill files live under .agents/skills/&lt;stage-name&gt;/.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5D8F"/>
                </a:solidFill>
                <a:latin typeface="Segoe UI"/>
              </a:rPr>
              <a:t>Case Study: Snake with Replays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A6B2"/>
                </a:solidFill>
                <a:latin typeface="Segoe UI"/>
              </a:rPr>
              <a:t>Greenfield, large size, end-to-end run on the 9-stage pipeline.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What the user asked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Segoe UI"/>
              </a:rPr>
              <a:t>"I want to create a really complete snake game with slick UI and snake getting bigger and also replay mode with ability to save replays and watch them — play them, change speeds and rewind them and just give an awesome user experience."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6B2"/>
                </a:solidFill>
                <a:latin typeface="Segoe UI"/>
              </a:rPr>
              <a:t>One sentence in. The pipeline turns it into a working build.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What came out (Stages 1-8)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6228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43E8B8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>
                    <a:solidFill>
                      <a:srgbClr val="1116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43E8B8"/>
                          </a:solidFill>
                          <a:latin typeface="Segoe UI"/>
                        </a:rPr>
                        <a:t>Output</a:t>
                      </a:r>
                    </a:p>
                  </a:txBody>
                  <a:tcPr>
                    <a:solidFill>
                      <a:srgbClr val="1116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43E8B8"/>
                          </a:solidFill>
                          <a:latin typeface="Segoe UI"/>
                        </a:rPr>
                        <a:t>Key signal</a:t>
                      </a:r>
                    </a:p>
                  </a:txBody>
                  <a:tcPr>
                    <a:solidFill>
                      <a:srgbClr val="11161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1 PRD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5 goals, 10 FRs, 5 NFRs, 4 CONs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12 explicit assumptions, all tagged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2 Architecture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21 components, 6 layers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Engine has zero DOM imports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3 UX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8 flows, 17 UI states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Accessibility tied to NFR IDs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4 Epics &amp; Stories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6 epics, 25 stories, traceability matrix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Every P0 FR has &gt;=1 story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5 Plan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42 tasks across 15 dependency tiers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4 vertical slices identified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6 Implement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44 source files, 22 test files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112/112 tests pass; 40 KB gzip bundle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7 Review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Verdict: APPROVE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0 Critical/High; 4 Low follow-ups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8 UAT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101 P0 cases, gate APPROVED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App health: HTTP 200 on vite preview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6B2"/>
                </a:solidFill>
                <a:latin typeface="Segoe UI"/>
              </a:rPr>
              <a:t>All gates green. End-to-end, hands-off-after-the-prompt.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The architecture chose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CON-3 (engine must be deterministic) was made explicit in Stage 1.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Stage 2 picked a seeded mulberry32 PRNG + serializable engine state — directly answering CON-3.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Stage 5 mapped the seek requirement (FR-7, &lt;=300 ms scrub) to a snapshot+fast-forward strategy.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Stage 6 implemented it with a 1000-tick determinism fixture as a regression gate.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None of this is exotic engineering. The pipeline made it inevitable instead of optional.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6B2"/>
                </a:solidFill>
                <a:latin typeface="Segoe UI"/>
              </a:rPr>
              <a:t>When the constraints are explicit, the design falls 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5D8F"/>
                </a:solidFill>
                <a:latin typeface="Segoe UI"/>
              </a:rPr>
              <a:t>When ceremony is overkill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A6B2"/>
                </a:solidFill>
                <a:latin typeface="Segoe UI"/>
              </a:rPr>
              <a:t>Introducing /lite-build — the 3-stage variant.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/lite-build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Three stages: Spec -&gt; Build -&gt; Verify.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One markdown per stage. No JSON, no separate UX flows, no traceability matrix.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Single combined verifier (~150 lines of Python).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Kept: anti-hallucination on assumptions, FR-id traceability into tests, build + tests must pass.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Dropped: stories, tasks, drift hashes, dimension-tagged review, separate UAT.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Use it when: small feature, prototype, focused enhancement.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6B2"/>
                </a:solidFill>
                <a:latin typeface="Segoe UI"/>
              </a:rPr>
              <a:t>.agents/skills-lite/  +  /lite-build slash command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Lite vs full — Snake rebuilt under both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43E8B8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>
                    <a:solidFill>
                      <a:srgbClr val="1116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43E8B8"/>
                          </a:solidFill>
                          <a:latin typeface="Segoe UI"/>
                        </a:rPr>
                        <a:t>9-stage</a:t>
                      </a:r>
                    </a:p>
                  </a:txBody>
                  <a:tcPr>
                    <a:solidFill>
                      <a:srgbClr val="1116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43E8B8"/>
                          </a:solidFill>
                          <a:latin typeface="Segoe UI"/>
                        </a:rPr>
                        <a:t>3-stage lite</a:t>
                      </a:r>
                    </a:p>
                  </a:txBody>
                  <a:tcPr>
                    <a:solidFill>
                      <a:srgbClr val="11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Stages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8 (9 with deploy)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Skill files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9 + ~12 prompts + verifiers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4 + 1 verifier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Pipeline artifacts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17 JSON + Markdown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3 files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Source files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21 TS + 1 CSS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6 TS + 1 CSS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Lines of source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~5000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~1500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Tests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112 (22 files)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21 (4 files)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Bundle (gzip)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12.65 KB JS + 2 KB CSS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8.41 KB JS + 1.43 KB CSS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Wall time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~hours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~25 minutes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Verifier fights (mechanical)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~12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6B2"/>
                </a:solidFill>
                <a:latin typeface="Segoe UI"/>
              </a:rPr>
              <a:t>Same product, same gates green. Lite trades audit depth for speed.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5D8F"/>
                </a:solidFill>
                <a:latin typeface="Segoe UI"/>
              </a:rPr>
              <a:t>Retrospective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A6B2"/>
                </a:solidFill>
                <a:latin typeface="Segoe UI"/>
              </a:rPr>
              <a:t>Honest reflection from running both pipelines.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What went 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Forcing 'large' classification up front cascaded sensibly through every stage.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Traceability chain caught real omissions (missing flow links, untested FRs).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Anti-hallucination rule pushed assumptions out of comments and into a tagged list.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Determinism fixture caught two would-be regressions during Stage 6 retries.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Final deliverable shipped: 40 KB gzip bundle, 200 OK on preview, 112/112 tests.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The lite pipeline got to a working build in roughly 1/3 the time and 1/3 the LOC.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Verifiers should reject vagueness, not just structure. The 'NFR threshold' rejection was the most useful LLM-side signal we got.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When two artifacts share signal (problem.json + goals.json), pick one.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Single-source markdown per stage is easier to keep accurate than per-stage JSON+markdown duplication.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Encoding bugs in helpers (em-dashes) silently mangle artifacts on Windows. UTF-8 in/out, every script.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The model's first instinct is to be exhaustive. The pipeline's job is to make it be specific.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Retrospect honestly: 'all tests passed' is necessary, not sufficient. Self-written tests can self-confirm.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What didn't go so 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Stage 8 was theatre. 101 'test cases' all PASS by pointing at the same Vitest log; structure was checked, substance wasn't.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Stage 7 was self-review — same agent wrote the code and graded it. 4 Low findings logged; a stranger reviewer would've caught more.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Story-coverage comments added to test files to satisfy the verifier are exactly the fake compliance the rule is meant to prevent.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12+ verifier cycles were spent on schema mechanics (line-range bounds, missing 'quality' dimension, key renames). Zero product-quality signal.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inject_meta.py mangled em-dashes into garbled escape sequences — forced a full ASCII rewrite of artifacts.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Two near-identical engines exist (full + lite) because greenfield runs in the same session aren't independent.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What we could do better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Stage 8: actually run Playwright. Install once, headless Chromium, real screenshots/video/trace as evidence.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Stage 7: run review in a fresh agent with no memory of writing the code. True independence.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Verifiers: stop asking 'does the file mention the ID?' and start asking 'does the test exercise the behavior?'.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Helpers: standardize on UTF-8 + `--ascii-only` mode where Windows terminals can't decode.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Retire duplicate prose: prefer one 'final.md' per stage and treat JSON as machine cache only.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Add a 'budget' to Stage 8 — if PASS rate &gt;=N% with browser evidence, pass; if not, halt with the failed cases.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Teaching it to the next person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Day 1: read README + STAGE-CONVENTIONS.md. Run /lite-build on a tiny feature. Read every artifact.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Day 2: run /create-product on a small medium-size feature. Stop at each gate. Inspect the verifier output.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Day 3: deliberately break something — change goals.json after stories.json is generated. Run check_drift.py. Watch it catch you.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Week 1: pair with someone running a real customer feature end-to-end. Discuss every assumption tag.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Mental model: 'the pipeline is a contract negotiator.' Stages are not phases of work, they are checkpoints where the agent has to commit to a story upstream.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6EDF3"/>
                </a:solidFill>
                <a:latin typeface="Segoe UI"/>
              </a:rPr>
              <a:t>•  Failure mode to flag early: passing tests do not equal passing UAT. The two should rhyme but never collapse into each other.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097280" cy="54864"/>
          </a:xfrm>
          <a:prstGeom prst="rect">
            <a:avLst/>
          </a:prstGeom>
          <a:solidFill>
            <a:srgbClr val="43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Segoe UI"/>
              </a:rPr>
              <a:t>Quick reference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4300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315200"/>
              </a:tblGrid>
              <a:tr h="468629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43E8B8"/>
                          </a:solidFill>
                          <a:latin typeface="Segoe UI"/>
                        </a:rPr>
                        <a:t>Want to...</a:t>
                      </a:r>
                    </a:p>
                  </a:txBody>
                  <a:tcPr>
                    <a:solidFill>
                      <a:srgbClr val="1116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43E8B8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>
                    <a:solidFill>
                      <a:srgbClr val="11161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Build a small feature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/lite-build &lt;description&gt;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Build a product end-to-end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/create-product &lt;description&gt;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Re-run a single stage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/stage-N (full) or python .agents/skills-lite/_verify.py &lt;stage&gt; (lite)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Smoke-test all verifiers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python .agents/tests/run_verifiers.py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Detect upstream/downstream drift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python .agents/tests/check_drift.py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Recover from wedged Stage 6 run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python .agents/skills/stage-6-implement/recovery.py --status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Read the conventions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6EDF3"/>
                          </a:solidFill>
                          <a:latin typeface="Segoe UI"/>
                        </a:rPr>
                        <a:t>.agents/skills/STAGE-CONVENTIONS.md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43E8B8"/>
                </a:solidFill>
                <a:latin typeface="Segoe UI"/>
              </a:rPr>
              <a:t>Thanks.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6EDF3"/>
                </a:solidFill>
                <a:latin typeface="Segoe UI"/>
              </a:rPr>
              <a:t>Questions, war stories, suggestions for the next iteration?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6B2"/>
                </a:solidFill>
                <a:latin typeface="Segoe UI"/>
              </a:rPr>
              <a:t>Internal walkthrough — SDLC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